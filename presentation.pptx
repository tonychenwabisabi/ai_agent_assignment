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Multi-tenant scaling</a:t>
            </a:r>
          </a:p>
          <a:p>
            <a:pPr/>
            <a:r>
              <a:t>Claude Code Efficiency</a:t>
            </a:r>
          </a:p>
          <a:p>
            <a:pPr/>
            <a:r>
              <a:t>Cognitive limits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Multi-tenant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Multi-Tenant Scaling Analysis: OpenClaw vs. Manus (Meta)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**Session management:** Trivial. SQLite handles concurrent reads/writes at this scale without contention.</a:t>
            </a:r>
          </a:p>
          <a:p>
            <a:pPr/>
            <a:r>
              <a:t>**Channel concurrency:** 10 WebSocket connections are negligible overhead for a Node.js event loop.</a:t>
            </a:r>
          </a:p>
          <a:p>
            <a:pPr/>
            <a:r>
              <a:t>**Tool execution:** Bash, browser automation, and file ops run serially per session with no queueing pressure.</a:t>
            </a:r>
          </a:p>
          <a:p>
            <a:pPr/>
            <a:r>
              <a:t>**Multi-tenancy approach:** Manual workspace directories per user. Credentials isolated by convention, not enforcement.</a:t>
            </a:r>
          </a:p>
          <a:p>
            <a:pPr/>
            <a:r>
              <a:t>**Risk surface:** All 10 users share the same host process. A malicious ClawHub skill installed by one user can affect all sessions.</a:t>
            </a:r>
          </a:p>
          <a:p>
            <a:pPr/>
            <a:r>
              <a:t>Each user task triggers VM provisioning from Meta's pool. Cold-start latency (~2–5s) is noticeable at low concurrency where there is no warm pool pressure.</a:t>
            </a:r>
          </a:p>
          <a:p>
            <a:pPr/>
            <a:r>
              <a:t>The Planner/Executor/Verifier triad adds 2–3 LLM round-trips per task even for simple queries.</a:t>
            </a:r>
          </a:p>
          <a:p>
            <a:pPr/>
            <a:r>
              <a:t>**Multi-tenancy:** Native. Each task is VM-isolated from inception.</a:t>
            </a:r>
          </a:p>
          <a:p>
            <a:pPr/>
            <a:r>
              <a:t>**Cost profile:** High per-user infrastructure cost amortised over low utilisation. Uneconomical at this tier compared to OpenClaw.</a:t>
            </a:r>
          </a:p>
          <a:p>
            <a:pPr/>
            <a:r>
              <a:t>Shard Gateway instances behind a load balancer (sticky sessions by user 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Claude Code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Doubling Developer Productivity with Claude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18 + TypeScript + Vite</a:t>
            </a:r>
          </a:p>
          <a:p>
            <a:pPr/>
            <a:r>
              <a:t>Backend: Node.js + Express + PostgreSQL</a:t>
            </a:r>
          </a:p>
          <a:p>
            <a:pPr/>
            <a:r>
              <a:t>State: Zustand (see src/stores/)</a:t>
            </a:r>
          </a:p>
          <a:p>
            <a:pPr/>
            <a:r>
              <a:t>Auth: JWT, managed in src/auth/context.tsx</a:t>
            </a:r>
          </a:p>
          <a:p>
            <a:pPr/>
            <a:r>
              <a:t>Functional components with hooks only — no class components</a:t>
            </a:r>
          </a:p>
          <a:p>
            <a:pPr/>
            <a:r>
              <a:t>Named exports over default exports</a:t>
            </a:r>
          </a:p>
          <a:p>
            <a:pPr/>
            <a:r>
              <a:t>Tailwind utility classes only — no inline styles</a:t>
            </a:r>
          </a:p>
          <a:p>
            <a:pPr/>
            <a:r>
              <a:t>New components require a corresponding test file (React Testing Library)</a:t>
            </a:r>
          </a:p>
          <a:p>
            <a:pPr/>
            <a:r>
              <a:t>Dev: `npm run dev`</a:t>
            </a:r>
          </a:p>
          <a:p>
            <a:pPr/>
            <a:r>
              <a:t>Tests: `npm run test:watch`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lint errors in one 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 context directly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in CI to diagnose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 a PR description from staged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.git/hooks/pre-commit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we're trying to achieve</a:t>
            </a:r>
          </a:p>
          <a:p>
            <a:pPr/>
            <a:r>
              <a:t>What we've done so far</a:t>
            </a:r>
          </a:p>
          <a:p>
            <a:pPr/>
            <a:r>
              <a:t>What you've tried that didn't work</a:t>
            </a:r>
          </a:p>
          <a:p>
            <a:pPr/>
            <a:r>
              <a:t>Exact next steps for a fresh agent to pick 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 results back later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Subagent 1: Audit the API layer for security vulnerabilities</a:t>
            </a:r>
          </a:p>
          <a:p>
            <a:pPr/>
            <a:r>
              <a:t>Subagent 2: Audit the frontend for accessibility issues</a:t>
            </a:r>
          </a:p>
          <a:p>
            <a:pPr/>
            <a:r>
              <a:t>Subagent 3: Profile the database queries for N+1 problems</a:t>
            </a:r>
          </a:p>
          <a:p>
            <a:pPr/>
            <a:r>
              <a:t>name: component_name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up parallel workspaces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 1 — agent working on 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 2 — agent working on payment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 3 — your main terminal, reviewing both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.github/workflows/claude-review.yml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uses: actions/checkout@v4</a:t>
            </a:r>
          </a:p>
          <a:p>
            <a:pPr/>
            <a:r>
              <a:t>name: Install Claude Code</a:t>
            </a:r>
          </a:p>
          <a:p>
            <a:pPr/>
            <a:r>
              <a:t>name: Run Claude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Cognitive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Ensure Our Cognitive Limits Are Not the Bottleneck of What We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**Value judgments and prioritisation.** What matters more: speed to market or long-term maintainability? AI can surface the tradeoffs, but humans must own the values that resolve them.</a:t>
            </a:r>
          </a:p>
          <a:p>
            <a:pPr/>
            <a:r>
              <a:t>**Accountability and trust.** Systems that fail need human owners. The social infrastructure of trust — within teams, between organisations, with users — requires humans at the nodes.</a:t>
            </a:r>
          </a:p>
          <a:p>
            <a:pPr/>
            <a:r>
              <a:t>**Novel problem framing.** The most important cognitive work is often identifying the right question, not answering the obvious one. LLMs trained on existing patterns struggle with genuinely novel framing.</a:t>
            </a:r>
          </a:p>
          <a:p>
            <a:pPr/>
            <a:r>
              <a:t>**Ethical reasoning under uncertainty.** When a decision cannot be fully specified in advance and involves competing legitimate interests, human judgment is irreducible.</a:t>
            </a:r>
          </a:p>
          <a:p>
            <a:pPr/>
            <a:r>
              <a:t>**Context storage.** Documentation, ADRs, decision logs, test rationale — these should live in persistent, searchable, AI-readable systems, not in individual engineers' heads.</a:t>
            </a:r>
          </a:p>
          <a:p>
            <a:pPr/>
            <a:r>
              <a:t>**Pattern recognition across large state spaces.** Code review for common vulnerability patterns, dependency analysis, test coverage gap detection — these scale with AI.</a:t>
            </a:r>
          </a:p>
          <a:p>
            <a:pPr/>
            <a:r>
              <a:t>**Mechanical execution of defined procedures.** CI/CD pipelines, code generation from specs, linting, formatting, scaffolding — anywhere a procedure is fully defined, automation should own it.</a:t>
            </a:r>
          </a:p>
          <a:p>
            <a:pPr/>
            <a:r>
              <a:t>**Cross-referencing.** "Does this change break the contract defined in these 47 other files?" is a terrible use of human working memory.</a:t>
            </a:r>
          </a:p>
          <a:p>
            <a:pPr/>
            <a:r>
              <a:t>An AI that drafts a technical spec for human review and refinement</a:t>
            </a:r>
          </a:p>
          <a:p>
            <a:pPr/>
            <a:r>
              <a:t>A code review agent that flags issues for human judgment to triage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